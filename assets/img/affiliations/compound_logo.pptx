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F237D-D39F-437D-B58E-A56F132280E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05578-4521-47B2-8AD5-D762FC1C9EF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963" y="2769686"/>
            <a:ext cx="1843474" cy="76215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729" y="2429241"/>
            <a:ext cx="1376845" cy="13768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533555" y="3806085"/>
            <a:ext cx="1335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PhD 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(2019-2023)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46727" y="3806084"/>
            <a:ext cx="1702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Visiting Scholar 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(2022-2023)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65050" y="3817867"/>
            <a:ext cx="14224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Postdoc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(2023 - 2025)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826" y="2429241"/>
            <a:ext cx="1376845" cy="137684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2732405" y="2538730"/>
            <a:ext cx="1214120" cy="12242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06380" y="3806437"/>
            <a:ext cx="20256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Associate Professor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(2026 - )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945515"/>
            <a:ext cx="756285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018" y="2836786"/>
            <a:ext cx="1843474" cy="76215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471" y="2562540"/>
            <a:ext cx="1310646" cy="131064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874" y="1717180"/>
            <a:ext cx="3493311" cy="131075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855" y="628383"/>
            <a:ext cx="1899824" cy="628574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3041" y="1586915"/>
            <a:ext cx="1719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Visiting Scholar 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(2024-2025)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演示</Application>
  <PresentationFormat>宽屏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ZuoXingxing</dc:creator>
  <cp:lastModifiedBy>徐阳</cp:lastModifiedBy>
  <cp:revision>15</cp:revision>
  <dcterms:created xsi:type="dcterms:W3CDTF">2022-09-09T21:09:00Z</dcterms:created>
  <dcterms:modified xsi:type="dcterms:W3CDTF">2025-12-29T06:45:28Z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48A319D024DB4ADB99BBF7B43A597E1E_12</vt:lpwstr>
  </property>
  <property fmtid="{D5CDD505-2E9C-101B-9397-08002B2CF9AE}" pid="3" name="KSOProductBuildVer">
    <vt:lpwstr>2052-12.1.0.23542</vt:lpwstr>
  </property>
</Properties>
</file>